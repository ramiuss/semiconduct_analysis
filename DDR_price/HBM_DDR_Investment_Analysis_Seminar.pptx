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HBM &amp; DDR 투자 분석 세미나 (2024-2026)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Samsung Electronics | SK hynix | Micron | TSMC | NVIDIA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Analysis 1</a:t>
            </a:r>
          </a:p>
        </p:txBody>
      </p:sp>
      <p:pic>
        <p:nvPicPr>
          <p:cNvPr id="3" name="Picture 2" descr="inv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DDR5 가격 급등은 삼성전자·SK하이닉스·마이크론의 HBM 전환 전략에 따른 공급 축소 영향. 단기 실적 레버리지 확대 구간.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Analysis 2</a:t>
            </a:r>
          </a:p>
        </p:txBody>
      </p:sp>
      <p:pic>
        <p:nvPicPr>
          <p:cNvPr id="3" name="Picture 2" descr="inv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HBM 비중 확대는 SK hynix와 삼성전자의 수익성 개선 핵심 요인. Micron은 후발 진입 전략.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Analysis 3</a:t>
            </a:r>
          </a:p>
        </p:txBody>
      </p:sp>
      <p:pic>
        <p:nvPicPr>
          <p:cNvPr id="3" name="Picture 2" descr="inv_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NVIDIA GPU 출하 증가가 HBM 수요를 견인하며, 메모리 업체의 ASP 상승을 구조적으로 지지.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Analysis 4</a:t>
            </a:r>
          </a:p>
        </p:txBody>
      </p:sp>
      <p:pic>
        <p:nvPicPr>
          <p:cNvPr id="3" name="Picture 2" descr="inv_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TSMC CoWoS 병목은 단기 공급 제약 요소이나, 중장기 증설은 GPU 및 HBM 성장 가속 요인.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Analysis 5</a:t>
            </a:r>
          </a:p>
        </p:txBody>
      </p:sp>
      <p:pic>
        <p:nvPicPr>
          <p:cNvPr id="3" name="Picture 2" descr="inv_ch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2023년 CapEx 감축 이후 2025년 점진적 회복. 공급 통제 전략은 가격 지지 요인.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Analysis 6</a:t>
            </a:r>
          </a:p>
        </p:txBody>
      </p:sp>
      <p:pic>
        <p:nvPicPr>
          <p:cNvPr id="3" name="Picture 2" descr="inv_char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재고 정상화 이후 공급 타이트 국면 진입. 가격 상승 사이클 초입 단계 가능성.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기업별 투자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삼성전자: HBM4 양산 시점이 밸류에이션 리레이팅 트리거.</a:t>
            </a:r>
          </a:p>
          <a:p>
            <a:r>
              <a:t>■ SK hynix: HBM 시장 선도 지위 유지 여부가 핵심 변수.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기업별 투자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Micron: HBM 시장 점유율 확대 시 실적 변동성 확대.</a:t>
            </a:r>
          </a:p>
          <a:p>
            <a:r>
              <a:t>■ TSMC: CoWoS 증설 속도가 AI 밸류체인 성장률 결정.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기업별 투자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NVIDIA: GPU 출하량 증가가 메모리 ASP를 구조적으로 지지.</a:t>
            </a:r>
          </a:p>
          <a:p>
            <a:r>
              <a:t>■ 결론: HBM 중심 사이클은 2026년까지 지속 가능성 높음.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