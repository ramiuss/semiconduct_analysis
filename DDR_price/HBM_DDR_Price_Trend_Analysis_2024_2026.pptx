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HBM vs DDR Memory Price Trend Analysis (2024-2026)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Industry Aggregated Data Based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DDR5 Price Index Trend</a:t>
            </a:r>
          </a:p>
        </p:txBody>
      </p:sp>
      <p:pic>
        <p:nvPicPr>
          <p:cNvPr id="3" name="Picture 2" descr="ddr5_pri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HBM Market Share Growth</a:t>
            </a:r>
          </a:p>
        </p:txBody>
      </p:sp>
      <p:pic>
        <p:nvPicPr>
          <p:cNvPr id="3" name="Picture 2" descr="hbm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Relative Bit Cost Comparison</a:t>
            </a:r>
          </a:p>
        </p:txBody>
      </p:sp>
      <p:pic>
        <p:nvPicPr>
          <p:cNvPr id="3" name="Picture 2" descr="bit_co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5486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