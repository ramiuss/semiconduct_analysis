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HBM &amp; DDR Memory Market Technical Seminar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2024-2026 Price, Supply, and Structural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Slide 1</a:t>
            </a:r>
          </a:p>
        </p:txBody>
      </p:sp>
      <p:pic>
        <p:nvPicPr>
          <p:cNvPr id="3" name="Picture 2" descr="ch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Slide 2</a:t>
            </a:r>
          </a:p>
        </p:txBody>
      </p:sp>
      <p:pic>
        <p:nvPicPr>
          <p:cNvPr id="3" name="Picture 2" descr="ch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Slide 3</a:t>
            </a:r>
          </a:p>
        </p:txBody>
      </p:sp>
      <p:pic>
        <p:nvPicPr>
          <p:cNvPr id="3" name="Picture 2" descr="chart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Slide 4</a:t>
            </a:r>
          </a:p>
        </p:txBody>
      </p:sp>
      <p:pic>
        <p:nvPicPr>
          <p:cNvPr id="3" name="Picture 2" descr="chart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Slide 5</a:t>
            </a:r>
          </a:p>
        </p:txBody>
      </p:sp>
      <p:pic>
        <p:nvPicPr>
          <p:cNvPr id="3" name="Picture 2" descr="chart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Slide 6</a:t>
            </a:r>
          </a:p>
        </p:txBody>
      </p:sp>
      <p:pic>
        <p:nvPicPr>
          <p:cNvPr id="3" name="Picture 2" descr="chart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Slide 7</a:t>
            </a:r>
          </a:p>
        </p:txBody>
      </p:sp>
      <p:pic>
        <p:nvPicPr>
          <p:cNvPr id="3" name="Picture 2" descr="chart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Slide 8</a:t>
            </a:r>
          </a:p>
        </p:txBody>
      </p:sp>
      <p:pic>
        <p:nvPicPr>
          <p:cNvPr id="3" name="Picture 2" descr="chart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Slide 9</a:t>
            </a:r>
          </a:p>
        </p:txBody>
      </p:sp>
      <p:pic>
        <p:nvPicPr>
          <p:cNvPr id="3" name="Picture 2" descr="chart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Slide 10</a:t>
            </a:r>
          </a:p>
        </p:txBody>
      </p:sp>
      <p:pic>
        <p:nvPicPr>
          <p:cNvPr id="3" name="Picture 2" descr="chart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Slide 11</a:t>
            </a:r>
          </a:p>
        </p:txBody>
      </p:sp>
      <p:pic>
        <p:nvPicPr>
          <p:cNvPr id="3" name="Picture 2" descr="chart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Slide 12</a:t>
            </a:r>
          </a:p>
        </p:txBody>
      </p:sp>
      <p:pic>
        <p:nvPicPr>
          <p:cNvPr id="3" name="Picture 2" descr="chart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Insight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structural impact of AI demand and HBM-driven supply reallocation.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Insight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structural impact of AI demand and HBM-driven supply reallocation.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Insight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structural impact of AI demand and HBM-driven supply reallocation.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