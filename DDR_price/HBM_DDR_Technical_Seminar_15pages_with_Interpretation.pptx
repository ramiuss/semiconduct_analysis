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HBM &amp; DDR Memory Market Technical Seminar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2024-2026 Price, Supply, and Structural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 Slide 1</a:t>
            </a:r>
          </a:p>
        </p:txBody>
      </p:sp>
      <p:pic>
        <p:nvPicPr>
          <p:cNvPr id="3" name="Picture 2" descr="char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6692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DDR5 가격지수는 2024년 이후 공급 축소와 AI 수요 증가로 인해 급격히 상승하고 있으며, 2025년 후반부에 가격 급등이 집중적으로 나타남.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 Slide 2</a:t>
            </a:r>
          </a:p>
        </p:txBody>
      </p:sp>
      <p:pic>
        <p:nvPicPr>
          <p:cNvPr id="3" name="Picture 2" descr="chart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6692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HBM의 DRAM 시장 내 비중은 2023년 대비 2025년에 급격히 확대되며, 메모리 산업의 수익 구조가 HBM 중심으로 재편되고 있음을 의미함.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 Slide 3</a:t>
            </a:r>
          </a:p>
        </p:txBody>
      </p:sp>
      <p:pic>
        <p:nvPicPr>
          <p:cNvPr id="3" name="Picture 2" descr="chart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6692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HBM3E는 DDR5 대비 비트당 비용이 약 3~4배 수준으로, 고성능·고대역폭 프리미엄 구조가 가격 상승의 근본 원인임.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 Slide 4</a:t>
            </a:r>
          </a:p>
        </p:txBody>
      </p:sp>
      <p:pic>
        <p:nvPicPr>
          <p:cNvPr id="3" name="Picture 2" descr="chart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6692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AI GPU 출하량이 기하급수적으로 증가하면서 HBM 수요가 동반 급증하였고, 이는 DDR 공급 축소로 연결됨.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 Slide 5</a:t>
            </a:r>
          </a:p>
        </p:txBody>
      </p:sp>
      <p:pic>
        <p:nvPicPr>
          <p:cNvPr id="3" name="Picture 2" descr="chart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6692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TSMC CoWoS 패키징 캐파 증설이 진행 중이나, 수요 증가 속도를 완전히 따라가지 못하며 병목 현상이 지속됨.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 Slide 6</a:t>
            </a:r>
          </a:p>
        </p:txBody>
      </p:sp>
      <p:pic>
        <p:nvPicPr>
          <p:cNvPr id="3" name="Picture 2" descr="chart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6692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DRAM 산업 CapEx는 2023년 감축 이후 점진적 회복세를 보이나, 보수적 투자 기조가 유지되고 있음.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 Slide 7</a:t>
            </a:r>
          </a:p>
        </p:txBody>
      </p:sp>
      <p:pic>
        <p:nvPicPr>
          <p:cNvPr id="3" name="Picture 2" descr="chart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6692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2023년 메모리 시장은 DDR 중심 구조였으며, HBM은 보조적 비중에 머물렀음.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 Slide 8</a:t>
            </a:r>
          </a:p>
        </p:txBody>
      </p:sp>
      <p:pic>
        <p:nvPicPr>
          <p:cNvPr id="3" name="Picture 2" descr="chart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6692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2025년에는 HBM 비중이 대폭 확대되며 메모리 믹스가 구조적으로 변화하고 있음.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 Slide 9</a:t>
            </a:r>
          </a:p>
        </p:txBody>
      </p:sp>
      <p:pic>
        <p:nvPicPr>
          <p:cNvPr id="3" name="Picture 2" descr="chart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6692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HBM은 DDR 대비 월등히 높은 대역폭을 제공하며, AI 워크로드에서 필수적 메모리로 자리잡음.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 Slide 10</a:t>
            </a:r>
          </a:p>
        </p:txBody>
      </p:sp>
      <p:pic>
        <p:nvPicPr>
          <p:cNvPr id="3" name="Picture 2" descr="chart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6692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AI 서버 수요 증가율이 전통 서버 대비 월등히 높으며, 메모리 구조 변화의 핵심 동인임.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 Slide 11</a:t>
            </a:r>
          </a:p>
        </p:txBody>
      </p:sp>
      <p:pic>
        <p:nvPicPr>
          <p:cNvPr id="3" name="Picture 2" descr="chart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6692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DRAM 재고는 2023년 과잉 상태에서 2025년 급격히 감소하며 가격 반등의 직접적 요인으로 작용함.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 Slide 12</a:t>
            </a:r>
          </a:p>
        </p:txBody>
      </p:sp>
      <p:pic>
        <p:nvPicPr>
          <p:cNvPr id="3" name="Picture 2" descr="chart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6692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공급 타이트니스가 심화될수록 가격은 비선형적으로 급등하며, 현재 시장은 공급 부족 국면에 위치함.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Insight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structural impact of AI demand and HBM-driven supply reallocation.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Insight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structural impact of AI demand and HBM-driven supply reallocation.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Insight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structural impact of AI demand and HBM-driven supply reallocation.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